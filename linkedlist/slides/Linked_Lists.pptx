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_compass_3A2A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-822960"/>
            <a:ext cx="3840480" cy="3840480"/>
          </a:xfrm>
          <a:prstGeom prst="rect">
            <a:avLst/>
          </a:prstGeom>
        </p:spPr>
      </p:pic>
      <p:pic>
        <p:nvPicPr>
          <p:cNvPr id="3" name="Image 1" descr="/home/claude/icon_map_3A2A1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4206240"/>
            <a:ext cx="4114800" cy="4114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·  A FIELD GUIDE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19659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pointers, and the chain of clues that connects them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822960" y="4114800"/>
            <a:ext cx="623621" cy="59436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4114800"/>
            <a:ext cx="62362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446581" y="4114800"/>
            <a:ext cx="382219" cy="59436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46581" y="4114800"/>
            <a:ext cx="3822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828800" y="441198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240280" y="4114800"/>
            <a:ext cx="623621" cy="59436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40280" y="4114800"/>
            <a:ext cx="62362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863901" y="4114800"/>
            <a:ext cx="382219" cy="59436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63901" y="4114800"/>
            <a:ext cx="3822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46120" y="441198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657600" y="4114800"/>
            <a:ext cx="623621" cy="59436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657600" y="4114800"/>
            <a:ext cx="62362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281221" y="4114800"/>
            <a:ext cx="382219" cy="59436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281221" y="4114800"/>
            <a:ext cx="3822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74920" y="4411980"/>
            <a:ext cx="36576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pic>
        <p:nvPicPr>
          <p:cNvPr id="22" name="Image 2" descr="/home/claude/icon_chest_D4A0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950208"/>
            <a:ext cx="777240" cy="7772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experience required — just curiosity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194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on_scroll_145C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91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Nodes &amp; Pointers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1627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node holds, and how the pointer links it to the next 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34640" y="18745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1296" y="2194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icon_compass_2B1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91" y="23847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&amp; Tail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3749040"/>
            <a:ext cx="1627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the start and end of a linked list.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20640" y="18745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97296" y="2194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icon_path_145C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491" y="23847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349240" y="3749040"/>
            <a:ext cx="1627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list from head to null, one link at a time.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406640" y="18745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83296" y="2194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icon_swap_2B1F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1" y="238475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58952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&amp; Delete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635240" y="3749040"/>
            <a:ext cx="1627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links get added or removed, safely and cleanly.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92640" y="187452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69296" y="219456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/home/claude/icon_links_145C5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491" y="238475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298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87552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vs. Linked Lists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921240" y="3749040"/>
            <a:ext cx="1627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kind of list fits which situation.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_map_3A2A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29184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Linked List Is a Treasure Hunt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6916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treasure hunt where every clue tells you exactly where to find the next clue. You can't skip ahead — you have to follow each clue in order until the final one reveals the treasure.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3A2A1C"/>
          </a:solidFill>
          <a:ln w="19050">
            <a:solidFill>
              <a:srgbClr val="145C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39012" y="3502152"/>
            <a:ext cx="768096" cy="768096"/>
          </a:xfrm>
          <a:prstGeom prst="ellipse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pic>
        <p:nvPicPr>
          <p:cNvPr id="8" name="Image 1" descr="/home/claude/icon_scrol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717" y="3701857"/>
            <a:ext cx="368686" cy="368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1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606040" y="4160520"/>
            <a:ext cx="50292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108960" y="3246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3A2A1C"/>
          </a:solidFill>
          <a:ln w="19050">
            <a:solidFill>
              <a:srgbClr val="145C5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7892" y="3502152"/>
            <a:ext cx="768096" cy="768096"/>
          </a:xfrm>
          <a:prstGeom prst="ellipse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pic>
        <p:nvPicPr>
          <p:cNvPr id="13" name="Image 2" descr="/home/claude/icon_scro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597" y="3701857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200400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2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074920" y="4160520"/>
            <a:ext cx="50292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577840" y="3246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3A2A1C"/>
          </a:solidFill>
          <a:ln w="19050">
            <a:solidFill>
              <a:srgbClr val="145C5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176772" y="3502152"/>
            <a:ext cx="768096" cy="768096"/>
          </a:xfrm>
          <a:prstGeom prst="ellipse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pic>
        <p:nvPicPr>
          <p:cNvPr id="18" name="Image 3" descr="/home/claude/icon_scro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477" y="3701857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69280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 3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543800" y="4160520"/>
            <a:ext cx="50292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8046720" y="32461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45652" y="3502152"/>
            <a:ext cx="768096" cy="768096"/>
          </a:xfrm>
          <a:prstGeom prst="ellipse">
            <a:avLst/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pic>
        <p:nvPicPr>
          <p:cNvPr id="23" name="Image 4" descr="/home/claude/icon_chest_D4A0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357" y="3701857"/>
            <a:ext cx="368686" cy="3686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138160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Treasure!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is what we'll call a node. The direction it gives you is called a pointer. This simple picture will carry us through the entire topic.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Linked List?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a linear data structure built from nodes. Each node stores some data and a pointer (link) to the next node in the sequence — like a chain of treasure-hunt clues.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878738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878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55978" y="2834640"/>
            <a:ext cx="538582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55978" y="2834640"/>
            <a:ext cx="5385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326898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2834640"/>
            <a:ext cx="878738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834640"/>
            <a:ext cx="878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30498" y="2834640"/>
            <a:ext cx="538582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0498" y="2834640"/>
            <a:ext cx="5385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326898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2834640"/>
            <a:ext cx="878738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834640"/>
            <a:ext cx="878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05018" y="2834640"/>
            <a:ext cx="538582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05018" y="2834640"/>
            <a:ext cx="5385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326898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2834640"/>
            <a:ext cx="878738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834640"/>
            <a:ext cx="878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79538" y="2834640"/>
            <a:ext cx="538582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79538" y="2834640"/>
            <a:ext cx="5385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18120" y="326898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2834640"/>
            <a:ext cx="878738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2834640"/>
            <a:ext cx="878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54058" y="2834640"/>
            <a:ext cx="538582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54058" y="2834640"/>
            <a:ext cx="5385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829800" y="3758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2423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60520"/>
            <a:ext cx="10424160" cy="1691640"/>
          </a:xfrm>
          <a:prstGeom prst="roundRect">
            <a:avLst>
              <a:gd name="adj" fmla="val 4324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43434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simple numbered list (an "array"), a linked list's items don't have to sit next to each other — nodes can live anywhere.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reach a node is by following pointers from the head, one hop at a time.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node's pointer is null (∅) — there is no more treasure to find after it.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Node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112264" cy="1554480"/>
          </a:xfrm>
          <a:prstGeom prst="rect">
            <a:avLst/>
          </a:prstGeom>
          <a:solidFill>
            <a:srgbClr val="145C5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35224" y="1920240"/>
            <a:ext cx="1728216" cy="1554480"/>
          </a:xfrm>
          <a:prstGeom prst="rect">
            <a:avLst/>
          </a:prstGeom>
          <a:solidFill>
            <a:srgbClr val="3A2A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935224" y="1920240"/>
            <a:ext cx="1728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35224" y="3566160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(pointer)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69748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754880" y="28620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251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= one treasure-hunt clue card. It holds the clue itself (data) and directions to where the next card is hidden (pointer).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pic>
        <p:nvPicPr>
          <p:cNvPr id="15" name="Image 0" descr="/home/claude/icon_link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0312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766560" y="27432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Parts, One Job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3200400"/>
            <a:ext cx="43434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the actual value being kept, like the number 42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— not a real address, just an arrow to the next card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one data + one pointer makes one complete node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last node's pointer is empty — nothing comes after it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IMPORTANT LANDMARKS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and 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73352" y="27432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73352" y="27432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31775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7432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7432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6432" y="27432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27432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31775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27432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7432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39512" y="27432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7432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31775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27432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7432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22592" y="27432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22592" y="27432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31775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55280" y="27432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27432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05672" y="27432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5672" y="27432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366674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08760" y="2606040"/>
            <a:ext cx="0" cy="118872"/>
          </a:xfrm>
          <a:prstGeom prst="line">
            <a:avLst/>
          </a:prstGeom>
          <a:noFill/>
          <a:ln w="25400">
            <a:solidFill>
              <a:srgbClr val="145C54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9552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41080" y="2606040"/>
            <a:ext cx="0" cy="118872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2960" y="4251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4526280"/>
            <a:ext cx="640080" cy="640080"/>
          </a:xfrm>
          <a:prstGeom prst="ellipse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pic>
        <p:nvPicPr>
          <p:cNvPr id="35" name="Image 0" descr="/home/claude/icon_compas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4692701"/>
            <a:ext cx="307238" cy="30723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87452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1097280" y="5257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— a reference to the first node. Lose the head, and you lose access to the whole list.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309360" y="4251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37960" y="4526280"/>
            <a:ext cx="640080" cy="6400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40" name="Image 1" descr="/home/claude/icon_ches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4692701"/>
            <a:ext cx="307238" cy="307238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36092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</a:t>
            </a:r>
            <a:endParaRPr lang="en-US" sz="1700" dirty="0"/>
          </a:p>
        </p:txBody>
      </p:sp>
      <p:sp>
        <p:nvSpPr>
          <p:cNvPr id="42" name="Text 38"/>
          <p:cNvSpPr txBox="1"/>
          <p:nvPr/>
        </p:nvSpPr>
        <p:spPr>
          <a:xfrm>
            <a:off x="6583680" y="5257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 in the list. Its pointer is null — reaching it means you've followed every clue.</a:t>
            </a:r>
            <a:endParaRPr lang="en-US" sz="1250" dirty="0"/>
          </a:p>
        </p:txBody>
      </p:sp>
      <p:sp>
        <p:nvSpPr>
          <p:cNvPr id="43" name="Text 39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Linked Lists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D9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42900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Singly Linked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2990088"/>
            <a:ext cx="320040" cy="0"/>
          </a:xfrm>
          <a:prstGeom prst="line">
            <a:avLst/>
          </a:prstGeom>
          <a:noFill/>
          <a:ln w="2222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2990088"/>
            <a:ext cx="320040" cy="0"/>
          </a:xfrm>
          <a:prstGeom prst="line">
            <a:avLst/>
          </a:prstGeom>
          <a:noFill/>
          <a:ln w="2222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88920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points forward only, to the next node.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20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simple forward-only walks (our focus today)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33672" y="18745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D9D2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3672" y="1874520"/>
            <a:ext cx="3429000" cy="502920"/>
          </a:xfrm>
          <a:prstGeom prst="rect">
            <a:avLst/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33672" y="1874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53712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3712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93792" y="2990088"/>
            <a:ext cx="320040" cy="0"/>
          </a:xfrm>
          <a:prstGeom prst="line">
            <a:avLst/>
          </a:prstGeom>
          <a:noFill/>
          <a:ln w="2222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93792" y="3227832"/>
            <a:ext cx="320040" cy="0"/>
          </a:xfrm>
          <a:prstGeom prst="line">
            <a:avLst/>
          </a:prstGeom>
          <a:noFill/>
          <a:ln w="19050">
            <a:solidFill>
              <a:srgbClr val="E8C766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5513832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13832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3912" y="2990088"/>
            <a:ext cx="320040" cy="0"/>
          </a:xfrm>
          <a:prstGeom prst="line">
            <a:avLst/>
          </a:prstGeom>
          <a:noFill/>
          <a:ln w="2222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53912" y="3227832"/>
            <a:ext cx="320040" cy="0"/>
          </a:xfrm>
          <a:prstGeom prst="line">
            <a:avLst/>
          </a:prstGeom>
          <a:noFill/>
          <a:ln w="19050">
            <a:solidFill>
              <a:srgbClr val="E8C766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6473952" y="2834640"/>
            <a:ext cx="640080" cy="502920"/>
          </a:xfrm>
          <a:prstGeom prst="rect">
            <a:avLst/>
          </a:prstGeom>
          <a:solidFill>
            <a:srgbClr val="145C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2834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points both forward and backward.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07992" y="5120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moving backward too (undo/redo)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18704" y="18745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5875">
            <a:solidFill>
              <a:srgbClr val="D9D2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18704" y="1874520"/>
            <a:ext cx="34290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18704" y="1874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 Linked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21624" y="3063240"/>
            <a:ext cx="6400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21624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61704" y="3314700"/>
            <a:ext cx="274320" cy="0"/>
          </a:xfrm>
          <a:prstGeom prst="line">
            <a:avLst/>
          </a:prstGeom>
          <a:noFill/>
          <a:ln w="22225">
            <a:solidFill>
              <a:srgbClr val="3A2A1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336024" y="3063240"/>
            <a:ext cx="6400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36024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976104" y="3314700"/>
            <a:ext cx="274320" cy="0"/>
          </a:xfrm>
          <a:prstGeom prst="line">
            <a:avLst/>
          </a:prstGeom>
          <a:noFill/>
          <a:ln w="22225">
            <a:solidFill>
              <a:srgbClr val="3A2A1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50424" y="3063240"/>
            <a:ext cx="6400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50424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741664" y="2834640"/>
            <a:ext cx="1600200" cy="0"/>
          </a:xfrm>
          <a:prstGeom prst="line">
            <a:avLst/>
          </a:prstGeom>
          <a:noFill/>
          <a:ln w="19050">
            <a:solidFill>
              <a:srgbClr val="3A2A1C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8741664" y="2834640"/>
            <a:ext cx="0" cy="228600"/>
          </a:xfrm>
          <a:prstGeom prst="line">
            <a:avLst/>
          </a:prstGeom>
          <a:noFill/>
          <a:ln w="19050">
            <a:solidFill>
              <a:srgbClr val="3A2A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41864" y="2834640"/>
            <a:ext cx="0" cy="228600"/>
          </a:xfrm>
          <a:prstGeom prst="line">
            <a:avLst/>
          </a:prstGeom>
          <a:noFill/>
          <a:ln w="19050">
            <a:solidFill>
              <a:srgbClr val="3A2A1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93024" y="3840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links back to the head — no null end.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193024" y="5120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continuous cycles (playlists on repeat)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TRADE-OFFS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 vs. Arrays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83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7830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35000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block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3500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nodes, linked by pointers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566928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169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9169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creation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91693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freely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838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item #5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48386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instantly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48386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must check items one by 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11064240" cy="566928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507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Adding/removing in the middle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0507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everything after must shift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405079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just reconnect two links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177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per item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6177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6177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(or two) pointers per node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— Following the Trail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73352" y="219456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73352" y="219456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62890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19456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19456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6432" y="219456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219456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262890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2194560"/>
            <a:ext cx="850392" cy="868680"/>
          </a:xfrm>
          <a:prstGeom prst="rect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19456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39512" y="2194560"/>
            <a:ext cx="521208" cy="868680"/>
          </a:xfrm>
          <a:prstGeom prst="rect">
            <a:avLst/>
          </a:prstGeom>
          <a:solidFill>
            <a:srgbClr val="E8C7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19456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62890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219456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19456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22592" y="219456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22592" y="219456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262890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55280" y="219456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219456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05672" y="219456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5672" y="219456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31181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pic>
        <p:nvPicPr>
          <p:cNvPr id="29" name="Image 0" descr="/home/claude/icon_footprint_145C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0020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324612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3749040"/>
            <a:ext cx="10424160" cy="2148840"/>
          </a:xfrm>
          <a:prstGeom prst="roundRect">
            <a:avLst>
              <a:gd name="adj" fmla="val 3404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39319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at the head — the first clue you were handed.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 the current node's data, then follow its pointer to the next node.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Repeat until the pointer is null (∅) — you've reached the end of the hunt.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 · A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Try It: Finding the Number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73352" y="25146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73352" y="25146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9489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25146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5146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6432" y="25146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25146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29489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2514600"/>
            <a:ext cx="850392" cy="868680"/>
          </a:xfrm>
          <a:prstGeom prst="rect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5146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39512" y="2514600"/>
            <a:ext cx="521208" cy="868680"/>
          </a:xfrm>
          <a:prstGeom prst="rect">
            <a:avLst/>
          </a:prstGeom>
          <a:solidFill>
            <a:srgbClr val="E8C7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5146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9489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25146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5146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22592" y="25146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22592" y="25146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3800" y="2948940"/>
            <a:ext cx="4114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55280" y="2514600"/>
            <a:ext cx="850392" cy="86868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2514600"/>
            <a:ext cx="85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05672" y="2514600"/>
            <a:ext cx="521208" cy="86868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05672" y="2514600"/>
            <a:ext cx="521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343814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35024" y="1965960"/>
            <a:ext cx="347472" cy="347472"/>
          </a:xfrm>
          <a:prstGeom prst="ellipse">
            <a:avLst/>
          </a:prstGeom>
          <a:solidFill>
            <a:srgbClr val="3A2A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35024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18104" y="1965960"/>
            <a:ext cx="347472" cy="347472"/>
          </a:xfrm>
          <a:prstGeom prst="ellipse">
            <a:avLst/>
          </a:prstGeom>
          <a:solidFill>
            <a:srgbClr val="3A2A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18104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01184" y="1965960"/>
            <a:ext cx="347472" cy="347472"/>
          </a:xfrm>
          <a:prstGeom prst="ellipse">
            <a:avLst/>
          </a:prstGeom>
          <a:solidFill>
            <a:srgbClr val="D4A01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01184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35" name="Image 0" descr="/home/claude/icon_chest_D4A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371600"/>
            <a:ext cx="502920" cy="50292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397764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it!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22960" y="3977640"/>
            <a:ext cx="10424160" cy="1965960"/>
          </a:xfrm>
          <a:prstGeom prst="roundRect">
            <a:avLst>
              <a:gd name="adj" fmla="val 3721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1560" y="41148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node 1 (value 7) — not a match, follow the pointer onward.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node 2 (value 11) — still not a match, keep going.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Check node 3 (value 3) — that's a match! Stop right here.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051560" y="53492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we never had to check the last two nodes — once we found what we needed, the search was over.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— Adding a Clue Mid-Hunt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1665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1665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2491740"/>
            <a:ext cx="5029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9973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9973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86200" y="2491740"/>
            <a:ext cx="5029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8281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8281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2491740"/>
            <a:ext cx="5029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6589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589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9352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inserting 97 between 7 and 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74904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16659" y="374904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374904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03120" y="4137660"/>
            <a:ext cx="59436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97480" y="3749040"/>
            <a:ext cx="793699" cy="777240"/>
          </a:xfrm>
          <a:prstGeom prst="rect">
            <a:avLst/>
          </a:prstGeom>
          <a:solidFill>
            <a:srgbClr val="D4A01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1179" y="3749040"/>
            <a:ext cx="486461" cy="777240"/>
          </a:xfrm>
          <a:prstGeom prst="rect">
            <a:avLst/>
          </a:prstGeom>
          <a:solidFill>
            <a:srgbClr val="E8C7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97480" y="374904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77640" y="4137660"/>
            <a:ext cx="59436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0" y="374904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65699" y="374904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0" y="374904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52160" y="4137660"/>
            <a:ext cx="594360" cy="0"/>
          </a:xfrm>
          <a:prstGeom prst="line">
            <a:avLst/>
          </a:prstGeom>
          <a:noFill/>
          <a:ln w="28575">
            <a:solidFill>
              <a:srgbClr val="C9BB9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46520" y="374904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40219" y="374904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46520" y="374904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726680" y="4137660"/>
            <a:ext cx="594360" cy="0"/>
          </a:xfrm>
          <a:prstGeom prst="line">
            <a:avLst/>
          </a:prstGeom>
          <a:noFill/>
          <a:ln w="28575">
            <a:solidFill>
              <a:srgbClr val="C9BB9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21040" y="374904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14739" y="374904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21040" y="374904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2560320" y="4599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" y="4892040"/>
            <a:ext cx="10424160" cy="1463040"/>
          </a:xfrm>
          <a:prstGeom prst="roundRect">
            <a:avLst>
              <a:gd name="adj" fmla="val 5000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1560" y="50292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the new node.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Point the new node's next to whatever the previous node pointed to.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Point the previous node's next to the new node.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 · STEP BY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Link — In 3 Simple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on_scroll_145C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752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brand-new card that you want to add to the chain.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642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icon_links_2B1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7523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Forward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new card point to whatever the previous card used to point to.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4118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icon_swap_145C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7523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Reconnect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previous card point to the new card instead. The chain is now complete.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matters: always connect the new link forward first, then reconnect backward — otherwise part of the chain gets lost.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— Removing a Clue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1665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1665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249174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401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401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49174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9137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9137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249174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2103120"/>
            <a:ext cx="793699" cy="777240"/>
          </a:xfrm>
          <a:prstGeom prst="rect">
            <a:avLst/>
          </a:prstGeom>
          <a:solidFill>
            <a:srgbClr val="C039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28739" y="2103120"/>
            <a:ext cx="486461" cy="777240"/>
          </a:xfrm>
          <a:prstGeom prst="rect">
            <a:avLst/>
          </a:prstGeom>
          <a:solidFill>
            <a:srgbClr val="E8C7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2873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2491740"/>
            <a:ext cx="457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0" y="210312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210312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66099" y="210312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66099" y="2103120"/>
            <a:ext cx="4864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29352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this node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skip straight over 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388620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16659" y="388620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88620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103120" y="4274820"/>
            <a:ext cx="50292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606040" y="388620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9739" y="388620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388620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86200" y="3954780"/>
            <a:ext cx="50292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389120" y="388620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82819" y="388620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89120" y="388620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0" y="4274820"/>
            <a:ext cx="50292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72200" y="3886200"/>
            <a:ext cx="793699" cy="777240"/>
          </a:xfrm>
          <a:prstGeom prst="rect">
            <a:avLst/>
          </a:prstGeom>
          <a:solidFill>
            <a:srgbClr val="145C5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65899" y="3886200"/>
            <a:ext cx="486461" cy="777240"/>
          </a:xfrm>
          <a:prstGeom prst="rect">
            <a:avLst/>
          </a:prstGeom>
          <a:solidFill>
            <a:srgbClr val="3A2A1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3886200"/>
            <a:ext cx="793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2743200" y="3502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(3's pointer now skips straight to 9)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" y="5120640"/>
            <a:ext cx="10424160" cy="1234440"/>
          </a:xfrm>
          <a:prstGeom prst="roundRect">
            <a:avLst>
              <a:gd name="adj" fmla="val 5926"/>
            </a:avLst>
          </a:prstGeom>
          <a:solidFill>
            <a:srgbClr val="F7F4EE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1560" y="525780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node just before the one being deleted, and point it directly to the node just after — the deleted node is simply left with no one pointing to it.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3 · STEP BY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 Link — In 3 Simple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on_compass_145C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2752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Neighbors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card right before the one you want to remove.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642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icon_path_2B1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7523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2628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Over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that earlier card point straight to the card that comes after the one being removed.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41180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icon_chest_145C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75234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657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Done!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42976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removed card is left with nothing pointing to it — it simply falls out of the chain.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case: if you're removing the very first card, the head simply moves to point at the second card instead.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TRADE-OFF, IN PLAIN TERMS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Comparison: Which Is Faster?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03504"/>
          </a:xfrm>
          <a:prstGeom prst="rect">
            <a:avLst/>
          </a:prstGeom>
          <a:solidFill>
            <a:srgbClr val="2B1F17"/>
          </a:solidFill>
          <a:ln w="12700">
            <a:solidFill>
              <a:srgbClr val="2B1F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doing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783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78308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86584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any item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8658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instant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38658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must walk from the start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1064240" cy="60350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900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value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9008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items one by one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99008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items one by 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first item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5935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everything shifts over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59359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instant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11064240" cy="60350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97096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in the middle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1970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shifting required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1970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just reconnect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8006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narrow down a search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8006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8006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 — must go in order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3270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pick an array when you need to jump around and look things up by position; pick a linked list when you're frequently adding or removing items.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_compass_3A2A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-9144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CLASSROOM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Linked Lists Show Up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1" descr="/home/claude/icon_path_2B1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97" y="2805745"/>
            <a:ext cx="368686" cy="3686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566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history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Back/forward buttons walk a chain of visited pages.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19272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192524" y="2606040"/>
            <a:ext cx="768096" cy="76809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2" descr="/home/claude/icon_swap_2B1F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29" y="2805745"/>
            <a:ext cx="368686" cy="368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56432" y="3566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playlists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3547872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"Next" and "previous" track pointers link each song.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89904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63156" y="2606040"/>
            <a:ext cx="768096" cy="76809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3" descr="/home/claude/icon_scroll_2B1F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61" y="2805745"/>
            <a:ext cx="368686" cy="36868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27064" y="3566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/ redo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6318504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 chain each action so you can step back through history.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860536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733788" y="2606040"/>
            <a:ext cx="768096" cy="76809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Image 4" descr="/home/claude/icon_links_2B1F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3493" y="2805745"/>
            <a:ext cx="368686" cy="36868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97696" y="35661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carousels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9089136" y="420624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Slideshow photos link forward (and often backward) to the next.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Treasure Hunt, Decoded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12064"/>
          </a:xfrm>
          <a:prstGeom prst="rect">
            <a:avLst/>
          </a:prstGeom>
          <a:solidFill>
            <a:srgbClr val="145C54"/>
          </a:solidFill>
          <a:ln w="12700">
            <a:solidFill>
              <a:srgbClr val="145C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 Term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783080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Treasure Hunt Equivalent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951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95144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clue card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064240" cy="51206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072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07208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 written on the card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19272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(next)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319272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to the next clue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64240" cy="51206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313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831336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clue you're handed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/ null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343400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clue — the treasure itself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11064240" cy="51206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8554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855464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clues, one by one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10642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3675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367528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a new clue into the trail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879592"/>
            <a:ext cx="11064240" cy="512064"/>
          </a:xfrm>
          <a:prstGeom prst="rect">
            <a:avLst/>
          </a:prstGeom>
          <a:solidFill>
            <a:srgbClr val="F7F4EE"/>
          </a:solidFill>
          <a:ln w="9525">
            <a:solidFill>
              <a:srgbClr val="D9D2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879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879592"/>
            <a:ext cx="7132320" cy="512064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a clue out and reconnecting the trail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_chest_3A2A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338328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8686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Found the Treasure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7589520" cy="3657600"/>
          </a:xfrm>
          <a:prstGeom prst="roundRect">
            <a:avLst>
              <a:gd name="adj" fmla="val 2000"/>
            </a:avLst>
          </a:prstGeom>
          <a:solidFill>
            <a:srgbClr val="3A2A1C"/>
          </a:solidFill>
          <a:ln w="12700">
            <a:solidFill>
              <a:srgbClr val="3A2A1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03120"/>
            <a:ext cx="7040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E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a chain of nodes, each holding data and a pointer to the next.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E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gets you in; the tail's null pointer tells you the hunt is over.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E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Traversal, insertion, and deletion all come down to following and rewiring pointers.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AE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trade the ability to jump straight to any item for fast, effortless adding and removing.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2026-09-16T10:15:29Z</dcterms:created>
  <dcterms:modified xsi:type="dcterms:W3CDTF">2026-09-16T10:15:29Z</dcterms:modified>
</cp:coreProperties>
</file>